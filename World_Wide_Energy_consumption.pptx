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3" r:id="rId13"/>
    <p:sldId id="272" r:id="rId14"/>
    <p:sldId id="259" r:id="rId15"/>
  </p:sldIdLst>
  <p:sldSz cx="12192000" cy="6858000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Lato Black" panose="020F0502020204030203" pitchFamily="34" charset="0"/>
      <p:bold r:id="rId18"/>
      <p:boldItalic r:id="rId19"/>
    </p:embeddedFont>
    <p:embeddedFont>
      <p:font typeface="Libre Baskerville" panose="02000000000000000000" pitchFamily="2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rugakshi-harkare-ab470125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rugakshiharkar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33781" y="3995058"/>
            <a:ext cx="892443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World Wide Energy Consumption</a:t>
            </a:r>
            <a:endParaRPr sz="3200" b="0" i="0" strike="noStrike" cap="none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730484" y="449979"/>
            <a:ext cx="9688286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6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sz="2000" b="1" i="0" u="none" strike="noStrike" cap="none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FEC5B-1B8B-0555-7D64-57FAB09ED16D}"/>
              </a:ext>
            </a:extLst>
          </p:cNvPr>
          <p:cNvSpPr txBox="1"/>
          <p:nvPr/>
        </p:nvSpPr>
        <p:spPr>
          <a:xfrm>
            <a:off x="730484" y="985470"/>
            <a:ext cx="10830145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Mrugakshi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Anant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Harkare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B.E. in Electronics &amp; Telecommunication Engineering (D. Y. Patil College Of Engineering,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Akurdi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Pune)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Science: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want to learn Data Science because it’s a skill that connects technology with decision-making. It helps me turn data into useful insights, which is valuable for solving real problems and building a strong career in tech.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Experience / Projects: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Analysis — SQL &amp; Excel-based study of global energy usage and trends.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Progress Analytics — Built in Excel for analysing academic results and improvement areas.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GPS-Enhanced Safety Pouch — IoT project using ESP32, GPS, and GSM for personal safety tracking.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Profiles: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2000" b="1" dirty="0">
                <a:hlinkClick r:id="rId3"/>
              </a:rPr>
              <a:t>linkedin.com/in/mrugakshi-harkare-ab4701251</a:t>
            </a:r>
            <a:endParaRPr lang="en-IN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https://github.com/mrugakshiharkare</a:t>
            </a:r>
            <a:endParaRPr lang="en-IN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B8FB-DAFD-DDC3-C967-23C7A532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188058"/>
            <a:ext cx="10515600" cy="81637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Objective</a:t>
            </a:r>
            <a:endParaRPr lang="en-GB" sz="3600" dirty="0">
              <a:latin typeface="Arial Black" panose="020B0A040201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BA3973-58B3-614D-6335-BF71F1C3F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4635" y="1004433"/>
            <a:ext cx="1132273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how energy usage impacts the environment and contributes to global emissions.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SQL for analyzing real-world energy data and find meaningful patterns and insights.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population growth and economic development affect energy demand and pollution.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highlight the need for sustainable and efficient energy use across countries.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data analysis for supporting global goals like reducing carbon emissions and promoting clean energy.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23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5712-F5C7-C90E-A2E8-94F165F7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ER Diagram</a:t>
            </a:r>
            <a:br>
              <a:rPr lang="en-IN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D58C8-5FFB-9D3A-9A5B-B3462E3EB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8266"/>
            <a:ext cx="9843111" cy="487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9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6A71-BC85-A10F-7341-B3365201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714"/>
            <a:ext cx="10515600" cy="95045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Schema Explanation</a:t>
            </a:r>
            <a:endParaRPr lang="en-GB" sz="36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7B1412-A741-9102-E124-CBC7C1E7A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026344"/>
            <a:ext cx="1085019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database consists of 6 tables: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country_3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Stores country names and country IDs.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consum_3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Contains energy consumption data (country, energy type, year, consumption).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production_3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Records yearly energy production by each country.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emission_3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Stores CO₂ emission data and per capita emissions.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gdp_3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Contains GDP values for each country per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population_3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Holds population data for different countries and years.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country_3 table is the central table, linked to all others through the country field.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relational structure helps in performing SQL joins for comparative and time-based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CF05-E61D-9D36-8511-ECBAF2FD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6" y="249350"/>
            <a:ext cx="10515600" cy="863374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Key analysis questions</a:t>
            </a:r>
            <a:endParaRPr lang="en-GB" sz="36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F6D13-1208-F2E7-BC3E-B101A60AC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229" y="1112723"/>
            <a:ext cx="10515600" cy="4798219"/>
          </a:xfrm>
        </p:spPr>
        <p:txBody>
          <a:bodyPr>
            <a:normAutofit/>
          </a:bodyPr>
          <a:lstStyle/>
          <a:p>
            <a:pPr marL="5715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emission per country for the most recent year available?</a:t>
            </a:r>
          </a:p>
          <a:p>
            <a:pPr marL="571500" indent="-457200"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energy types contribute most to emissions across all countries?</a:t>
            </a:r>
          </a:p>
          <a:p>
            <a:pPr marL="571500" indent="-457200"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global emissions changed year over year?</a:t>
            </a:r>
          </a:p>
          <a:p>
            <a:pPr marL="571500" indent="-457200"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5 countries by GDP in the most recent year?</a:t>
            </a:r>
          </a:p>
          <a:p>
            <a:pPr marL="571500" indent="-457200"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energy consumption increased or decreased over the years for major economies?</a:t>
            </a:r>
          </a:p>
        </p:txBody>
      </p:sp>
    </p:spTree>
    <p:extLst>
      <p:ext uri="{BB962C8B-B14F-4D97-AF65-F5344CB8AC3E}">
        <p14:creationId xmlns:p14="http://schemas.microsoft.com/office/powerpoint/2010/main" val="244036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A17F-4F81-B38B-DB03-8157B820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55"/>
            <a:ext cx="10515600" cy="859972"/>
          </a:xfrm>
        </p:spPr>
        <p:txBody>
          <a:bodyPr anchor="t">
            <a:normAutofit fontScale="90000"/>
          </a:bodyPr>
          <a:lstStyle/>
          <a:p>
            <a:br>
              <a:rPr lang="en-GB" sz="27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emission per country for the most recent year available? 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62858-81E0-4A1E-9D99-DFF472211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31" y="1197715"/>
            <a:ext cx="3895584" cy="1904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C437D7-8371-3436-11A9-D9F813924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79371"/>
            <a:ext cx="3341914" cy="24167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AC6868-76FF-0744-1780-76B9A855D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720" y="974128"/>
            <a:ext cx="7130137" cy="508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7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0BD5-CA57-D7D3-888D-BD4A8068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87086"/>
            <a:ext cx="10580914" cy="836887"/>
          </a:xfrm>
        </p:spPr>
        <p:txBody>
          <a:bodyPr>
            <a:normAutofit fontScale="90000"/>
          </a:bodyPr>
          <a:lstStyle/>
          <a:p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energy types contribute most to emissions across all countries?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8F9B5-4F5D-808B-0A99-45F2726E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9" y="1164771"/>
            <a:ext cx="4116798" cy="2230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D02604-50EE-3A57-4605-B12377F71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1" y="3429000"/>
            <a:ext cx="4690283" cy="2873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F6CAB9-0BEB-38D2-9394-C480AED68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662" y="825999"/>
            <a:ext cx="6728277" cy="501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3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6D0B-9BF5-E9C5-8590-A8249E222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592"/>
            <a:ext cx="10515600" cy="679904"/>
          </a:xfrm>
        </p:spPr>
        <p:txBody>
          <a:bodyPr>
            <a:normAutofit fontScale="90000"/>
          </a:bodyPr>
          <a:lstStyle/>
          <a:p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global emissions changed year over year?</a:t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397EF-6317-F7E4-8369-CF77C1695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57" y="1077634"/>
            <a:ext cx="4945482" cy="2059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BA77F-C1F5-DAF2-D64F-250B52823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4464"/>
            <a:ext cx="3782804" cy="27976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39F274-8C7F-7BE8-467D-3CDD22C83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439" y="1077634"/>
            <a:ext cx="6049132" cy="48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9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03A7-E8C8-DF92-4ABC-52A98B14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403"/>
          </a:xfrm>
        </p:spPr>
        <p:txBody>
          <a:bodyPr>
            <a:normAutofit fontScale="90000"/>
          </a:bodyPr>
          <a:lstStyle/>
          <a:p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5 countries by GDP in the most recent year?</a:t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1E7B1-EA85-8E3B-5574-1F0C69390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77719"/>
            <a:ext cx="3903098" cy="2199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148C0B-1F7A-F15E-8944-73404E30B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39528"/>
            <a:ext cx="4444608" cy="2464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CA09A7-84AF-E6B6-5F86-7ED761131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807" y="865357"/>
            <a:ext cx="6103649" cy="488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57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C09A-1DBB-E229-4BEC-9ACB97D3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190"/>
            <a:ext cx="10515600" cy="908924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energy consumption increased or decreased over the years for major economies?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AF82E-EF05-CA19-7D26-8904FC14B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55" y="1436608"/>
            <a:ext cx="5080346" cy="2403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4DB401-E7C2-5405-A75E-DDD2258FF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219552"/>
            <a:ext cx="4343401" cy="2122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72FFDE-C85A-EBF1-F7B3-8EAD3E783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287521"/>
            <a:ext cx="6270171" cy="471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2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EDC1-9EBE-D54B-D54D-8D380593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999"/>
            <a:ext cx="10515600" cy="854075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Experiences and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E94CE-2098-43AA-82F7-C320CACF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8074"/>
            <a:ext cx="10515600" cy="50688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use SQL for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real-world datasets effectively.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a better understanding of data cleaning, joining tables, and using aggregate functions.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Realized how data analysis can help in solving global issues like energy consumption and emissions.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issues while joining multiple tables and handling column mismatches.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queries gave null or incorrect results, which required debugging and logical thinking.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difficult to understand data relationships and connect them meaningfully for analysis.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45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FA49-E342-CD23-7241-9F10A723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32304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F3D43-6A43-03ED-917B-12775CE07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968830"/>
            <a:ext cx="10787743" cy="520813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energy use and emissions are increasing every year, mainly due to industrial growth and population rise.</a:t>
            </a:r>
          </a:p>
          <a:p>
            <a:pPr marL="114300" indent="0" algn="just">
              <a:buNone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China, the United States, and India are among the highest contributors to global emissions.</a:t>
            </a:r>
          </a:p>
          <a:p>
            <a:pPr marL="114300" indent="0" algn="just">
              <a:buNone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highlights the importance of balancing economic growth with environmental protection.</a:t>
            </a:r>
          </a:p>
          <a:p>
            <a:pPr marL="114300" indent="0" algn="just">
              <a:buNone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SQL helped to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datasets easily and draw meaningful insights from real-world data.</a:t>
            </a:r>
          </a:p>
          <a:p>
            <a:pPr marL="114300" indent="0" algn="just">
              <a:buNone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clean energy and sustainable practices can help reduce global pollution and secure a better future.</a:t>
            </a:r>
          </a:p>
          <a:p>
            <a:pPr marL="1143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9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666</Words>
  <Application>Microsoft Office PowerPoint</Application>
  <PresentationFormat>Widescreen</PresentationFormat>
  <Paragraphs>72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 Black</vt:lpstr>
      <vt:lpstr>Lato Black</vt:lpstr>
      <vt:lpstr>Libre Baskerville</vt:lpstr>
      <vt:lpstr>Courier New</vt:lpstr>
      <vt:lpstr>Times New Roman</vt:lpstr>
      <vt:lpstr>Calibri</vt:lpstr>
      <vt:lpstr>Wingdings</vt:lpstr>
      <vt:lpstr>Arial</vt:lpstr>
      <vt:lpstr>Office Theme</vt:lpstr>
      <vt:lpstr>PowerPoint Presentation</vt:lpstr>
      <vt:lpstr>PowerPoint Presentation</vt:lpstr>
      <vt:lpstr>Objective</vt:lpstr>
      <vt:lpstr>ER Diagram </vt:lpstr>
      <vt:lpstr>Schema Explanation</vt:lpstr>
      <vt:lpstr>Key analysis questions</vt:lpstr>
      <vt:lpstr> What is the total emission per country for the most recent year available?  </vt:lpstr>
      <vt:lpstr>  Which energy types contribute most to emissions across all countries? </vt:lpstr>
      <vt:lpstr> How have global emissions changed year over year? </vt:lpstr>
      <vt:lpstr>What are the top 5 countries by GDP in the most recent year? </vt:lpstr>
      <vt:lpstr>Has energy consumption increased or decreased over the years for major economies?</vt:lpstr>
      <vt:lpstr>Experiences and Challenges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Admin</cp:lastModifiedBy>
  <cp:revision>14</cp:revision>
  <dcterms:created xsi:type="dcterms:W3CDTF">2021-02-16T05:19:01Z</dcterms:created>
  <dcterms:modified xsi:type="dcterms:W3CDTF">2025-11-09T06:38:52Z</dcterms:modified>
</cp:coreProperties>
</file>